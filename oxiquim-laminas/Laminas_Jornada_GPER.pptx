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5ba3bfc-ba81-73af-e8bc-858965b22c49}">
          <p14:sldIdLst>
            <p14:sldId id="256"/>
          </p14:sldIdLst>
        </p14:section>
        <p14:section name="Actividades" id="{cddb7daa-2744-bebd-aab0-f1c09c09c02a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ierre" id="{d71b56f4-a3b0-85d3-810a-a9fdfae400a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Jornada Gerencia de Personas «Del diagnóstico a la acción». Casa Conecta.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del diagnóstico. Presentación de los resultados de CIS Consultores. Conduce: Gerente de Personas. Para qué: Conocer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Conversación en grupos. Y luego, preguntas al plenario. Participan: Todo el equipo. Para qué: Procesar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Ordenamiento de prioridades. Plan de trabajo: mirada desde el diagnóstico CIS. Primero individual, luego en plenario. Conduce: Gerente de Personas. Para qué: Revisar el plan y entender cómo avanzaremos hacia un rol más estratégico.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del trabajo. Repaso de lo avanzado en la mañana. Participan: Todo el equipo. Para qué: Aclarar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Fundamentar la respuesta. Plan de trabajo: mirada desde el diagnóstico CIS. Plenario por grupo. Conduce: Facilitador. Para qué: Mirada común, prioridades claras y hoja de ruta compartida.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(KPI). Plan de trabajo: mirada desde el diagnóstico CIS. Plenario por grupo. Conduce: Facilitador. Para qué: Mirada común, prioridades claras y hoja de ruta compartida.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Conduce: Gerente de Personas y equipo. Conclusiones y compromisos. Para qué: cerrar con acuerdos explícitos. Resultados del día: mirada común, prioridades claras y hoja de ruta compartida.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«R35 necesita a personas».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ENVENI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oxiquim-laminas/art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168" y="1600200"/>
            <a:ext cx="4023360" cy="8214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063240"/>
            <a:ext cx="103628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dirty="0">
                <a:solidFill>
                  <a:schemeClr val="tx2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74904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6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ctr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3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0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ctr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DAD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90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PARA QUÉ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62727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Jornada Gerencia de Personas  ·  Del diagnóstico a la acción</a:t>
            </a:r>
            <a:endParaRPr lang="en-US" sz="1100" dirty="0"/>
          </a:p>
        </p:txBody>
      </p:sp>
      <p:pic>
        <p:nvPicPr>
          <p:cNvPr id="4" name="Image 0" descr="/home/user/claude/oxiquim-laminas/art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2" y="6263640"/>
            <a:ext cx="1097280" cy="224028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2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19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DAD_ANCH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035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PARA QUÉ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62727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Jornada Gerencia de Personas  ·  Del diagnóstico a la acción</a:t>
            </a:r>
            <a:endParaRPr lang="en-US" sz="1100" dirty="0"/>
          </a:p>
        </p:txBody>
      </p:sp>
      <p:pic>
        <p:nvPicPr>
          <p:cNvPr id="4" name="Image 0" descr="/home/user/claude/oxiquim-laminas/art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2" y="6263640"/>
            <a:ext cx="1097280" cy="224028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1225296" y="1783080"/>
            <a:ext cx="102412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31520" y="2194560"/>
            <a:ext cx="106984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31520" y="3346704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914400" y="306324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Bienvenidos a la jornada</a:t>
            </a:r>
            <a:endParaRPr lang="en-US" sz="3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749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“Del diagnóstico a la </a:t>
            </a:r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acción”</a:t>
            </a:r>
            <a:endParaRPr lang="en-US" sz="5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Resultados del diagnóstico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1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Gerente de Personas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Resultados del diagnóstico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Presentación de los resultados de CIS Consultores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Conocer los resultados</a:t>
            </a:r>
            <a:endParaRPr lang="en-US" sz="1900" dirty="0"/>
          </a:p>
        </p:txBody>
      </p:sp>
      <p:pic>
        <p:nvPicPr>
          <p:cNvPr id="7" name="Arte Resultados del diagnóstico" descr="Resultados del diagnóst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Conversación en grupos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3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Participan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Todo el equipo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Conversación en grupos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luego, preguntas al plenario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Procesar los resultados</a:t>
            </a:r>
            <a:endParaRPr lang="en-US" sz="1900" dirty="0"/>
          </a:p>
        </p:txBody>
      </p:sp>
      <p:pic>
        <p:nvPicPr>
          <p:cNvPr id="7" name="Arte Conversación en grupos" descr="Conversación en grup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Ordenamiento de prioridades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5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Gerente de Personas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Ordenamiento de prioridades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trabajo: mirada desde el diagnóstico CIS. Primero individual, luego en plenario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Revisar el plan y entender cómo avanzaremos hacia un rol más estratégico</a:t>
            </a:r>
            <a:endParaRPr lang="en-US" sz="1900" dirty="0"/>
          </a:p>
        </p:txBody>
      </p:sp>
      <p:pic>
        <p:nvPicPr>
          <p:cNvPr id="7" name="Arte Ordenamiento de prioridades" descr="Ordenamiento de priorida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53200" y="7437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Primero, cada uno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53200" y="32887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Luego, en plenario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Resumen del trabajo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4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Participan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Todo el equipo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Resumen del trabajo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Repaso de lo avanzado en la mañana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Aclarar dudas</a:t>
            </a:r>
            <a:endParaRPr lang="en-US" sz="1900" dirty="0"/>
          </a:p>
        </p:txBody>
      </p:sp>
      <p:pic>
        <p:nvPicPr>
          <p:cNvPr id="7" name="Arte Resumen del trabajo" descr="Resumen del trabaj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Fundamentar la respuesta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1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Facilitador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Fundamentar la respuesta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trabajo: mirada desde el diagnóstico CIS. Plenario por grupo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Mirada común, prioridades claras y hoja de ruta compartida</a:t>
            </a:r>
            <a:endParaRPr lang="en-US" sz="1900" dirty="0"/>
          </a:p>
        </p:txBody>
      </p:sp>
      <p:pic>
        <p:nvPicPr>
          <p:cNvPr id="7" name="Arte Fundamentar la respuesta" descr="Fundamentar la respue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Indicadores (KPI)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3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Facilitador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Indicadores (KPI)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trabajo: mirada desde el diagnóstico CIS. Plenario por grupo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Mirada común, prioridades claras y hoja de ruta compartida</a:t>
            </a:r>
            <a:endParaRPr lang="en-US" sz="1900" dirty="0"/>
          </a:p>
        </p:txBody>
      </p:sp>
      <p:pic>
        <p:nvPicPr>
          <p:cNvPr id="7" name="Arte Indicadores (KPI)" descr="Indicadores (KPI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Conclusiones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5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Gerente de Personas y equipo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1945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Conclusiones y compromisos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34670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Cerrar con acuerdos explícitos</a:t>
            </a:r>
            <a:endParaRPr lang="en-US" sz="1900" dirty="0"/>
          </a:p>
        </p:txBody>
      </p:sp>
      <p:pic>
        <p:nvPicPr>
          <p:cNvPr id="6" name="Arte camino" descr="Camino con tres hi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794760"/>
            <a:ext cx="9966960" cy="21041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59332" y="509600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Mirada común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4526280" y="509600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Prioridades claras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93228" y="509600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Hoja de ruta compartida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e R35" descr="R35 formado por perso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051560"/>
            <a:ext cx="7863840" cy="328056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NECESITA A </a:t>
            </a:r>
            <a:pPr algn="ctr" indent="0" marL="0">
              <a:buNone/>
            </a:pPr>
            <a:r>
              <a:rPr lang="en-US" sz="5000" dirty="0">
                <a:solidFill>
                  <a:schemeClr val="accent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PERSONAS.</a:t>
            </a:r>
            <a:endParaRPr lang="en-US" sz="5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xiquim Jornada GPER">
  <a:themeElements>
    <a:clrScheme name="Oxiquim Jornada GPER">
      <a:dk1>
        <a:srgbClr val="162851"/>
      </a:dk1>
      <a:lt1>
        <a:srgbClr val="FFFFFF"/>
      </a:lt1>
      <a:dk2>
        <a:srgbClr val="4B5571"/>
      </a:dk2>
      <a:lt2>
        <a:srgbClr val="F4F7FC"/>
      </a:lt2>
      <a:accent1>
        <a:srgbClr val="0055B8"/>
      </a:accent1>
      <a:accent2>
        <a:srgbClr val="2A6FC4"/>
      </a:accent2>
      <a:accent3>
        <a:srgbClr val="225F58"/>
      </a:accent3>
      <a:accent4>
        <a:srgbClr val="819E49"/>
      </a:accent4>
      <a:accent5>
        <a:srgbClr val="410C5C"/>
      </a:accent5>
      <a:accent6>
        <a:srgbClr val="F9AB3A"/>
      </a:accent6>
      <a:hlink>
        <a:srgbClr val="0055B8"/>
      </a:hlink>
      <a:folHlink>
        <a:srgbClr val="410C5C"/>
      </a:folHlink>
    </a:clrScheme>
    <a:fontScheme name="Oxiquim Jornada GPER">
      <a:majorFont>
        <a:latin typeface="Goli 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Oxiquim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Jornada Gerencia de Personas · Del diagnóstico a la acción</dc:title>
  <dc:subject>PptxGenJS Presentation</dc:subject>
  <dc:creator>Gerencia de Personas · Oxiquim</dc:creator>
  <cp:lastModifiedBy>Gerencia de Personas · Oxiquim</cp:lastModifiedBy>
  <cp:revision>1</cp:revision>
  <dcterms:created xsi:type="dcterms:W3CDTF">2026-10-07T00:05:54Z</dcterms:created>
  <dcterms:modified xsi:type="dcterms:W3CDTF">2026-10-07T00:05:54Z</dcterms:modified>
</cp:coreProperties>
</file>